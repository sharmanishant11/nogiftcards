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62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43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B5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NoGiftCards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"dont buy giftcards, you coward"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371600" cy="54864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47 tabs open. Still buying a candle.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🤦  Gift cards = zero effort energy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💀  "What do they even like?"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731520"/>
            <a:ext cx="3840480" cy="288036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Gift-giving is broken. We're fixing it.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steps. Zero brain cells required.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737360"/>
            <a:ext cx="548640" cy="548640"/>
          </a:xfrm>
          <a:prstGeom prst="ellipse">
            <a:avLst/>
          </a:prstGeom>
          <a:solidFill>
            <a:srgbClr val="2D8B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about them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not lol)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"Likes cats, hates mornings."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172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06040" y="155448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1737360"/>
            <a:ext cx="548640" cy="548640"/>
          </a:xfrm>
          <a:prstGeom prst="ellipse">
            <a:avLst/>
          </a:prstGeom>
          <a:solidFill>
            <a:srgbClr val="2D8B4E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their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&amp; interests.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09160" y="155448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9240" y="1737360"/>
            <a:ext cx="548640" cy="548640"/>
          </a:xfrm>
          <a:prstGeom prst="ellipse">
            <a:avLst/>
          </a:prstGeom>
          <a:solidFill>
            <a:srgbClr val="2D8B4E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7889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 agent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the real web.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D8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812280" y="1554480"/>
            <a:ext cx="1828800" cy="2560320"/>
          </a:xfrm>
          <a:prstGeom prst="roundRect">
            <a:avLst>
              <a:gd name="adj" fmla="val 7500"/>
            </a:avLst>
          </a:prstGeom>
          <a:solidFill>
            <a:srgbClr val="E8F5E9"/>
          </a:solidFill>
          <a:ln/>
        </p:spPr>
      </p:sp>
      <p:sp>
        <p:nvSpPr>
          <p:cNvPr id="23" name="Shape 21"/>
          <p:cNvSpPr/>
          <p:nvPr/>
        </p:nvSpPr>
        <p:spPr>
          <a:xfrm>
            <a:off x="7452360" y="1737360"/>
            <a:ext cx="548640" cy="548640"/>
          </a:xfrm>
          <a:prstGeom prst="ellipse">
            <a:avLst/>
          </a:prstGeom>
          <a:solidFill>
            <a:srgbClr val="2D8B4E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4944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5E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49440" y="278892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results with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purchase links.</a:t>
            </a:r>
            <a:endParaRPr lang="en-US" sz="12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931920"/>
            <a:ext cx="1371600" cy="102870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D8B4E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→ Analyze → Hunt → Buy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friend actually says: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594360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" y="64008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Honestly I could spend all weekend just cooking something new and exploring trails nearby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1207008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252728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 I know, I'm obsessed with anything outdoors lately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51560" y="1819656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1865376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get a camping stove! That way you can cook outside too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2432304"/>
            <a:ext cx="2743200" cy="502920"/>
          </a:xfrm>
          <a:prstGeom prst="roundRect">
            <a:avLst>
              <a:gd name="adj" fmla="val 21818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2478024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that sounds SO me haha, something compact though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971800"/>
            <a:ext cx="37490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9718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analyzed this conversation...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3438144"/>
            <a:ext cx="1188720" cy="301752"/>
          </a:xfrm>
          <a:prstGeom prst="roundRect">
            <a:avLst>
              <a:gd name="adj" fmla="val 30303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4381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Outdoorsy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527048" y="3438144"/>
            <a:ext cx="1188720" cy="301752"/>
          </a:xfrm>
          <a:prstGeom prst="roundRect">
            <a:avLst>
              <a:gd name="adj" fmla="val 30303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34381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cook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825496" y="3438144"/>
            <a:ext cx="1188720" cy="301752"/>
          </a:xfrm>
          <a:prstGeom prst="roundRect">
            <a:avLst>
              <a:gd name="adj" fmla="val 30303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25496" y="343814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40480" y="2331720"/>
            <a:ext cx="50292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22311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228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will love these: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685800"/>
            <a:ext cx="4526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34840" y="685800"/>
            <a:ext cx="54864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941832"/>
            <a:ext cx="566928" cy="566928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941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257800" y="777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BioLite CampStove 2+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0698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charges your phone while you cook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14904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$129.95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1399032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139903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 →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490472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4904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match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4840" y="2057400"/>
            <a:ext cx="4526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34840" y="2057400"/>
            <a:ext cx="54864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0" y="2313432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3134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25780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Victorinox Swiss Chef Knife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24414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kitchen quality, compact and easy to clean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57800" y="28620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0" y="2770632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277063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 →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17920" y="2862072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28620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pick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434840" y="3429000"/>
            <a:ext cx="4526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34840" y="3429000"/>
            <a:ext cx="54864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0" y="3685032"/>
            <a:ext cx="566928" cy="566928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36850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257800" y="3520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Osprey Daylite Pack 13L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57800" y="38130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design, fits all trail essentials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57800" y="42336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$75.00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772400" y="4142232"/>
            <a:ext cx="1024128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72400" y="4142232"/>
            <a:ext cx="1024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 →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4233672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423367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conversation → to cart-ready gifts in seconds.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137160"/>
            <a:ext cx="54864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15100" y="171450"/>
            <a:ext cx="24003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NoGiftCards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71450" y="1440180"/>
            <a:ext cx="1371600" cy="754380"/>
          </a:xfrm>
          <a:prstGeom prst="roundRect">
            <a:avLst>
              <a:gd name="adj" fmla="val 10909"/>
            </a:avLst>
          </a:prstGeom>
          <a:solidFill>
            <a:srgbClr val="1A1A3E"/>
          </a:solidFill>
          <a:ln w="19050">
            <a:solidFill>
              <a:srgbClr val="3A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1450" y="1508760"/>
            <a:ext cx="1371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FFFFFF"/>
                </a:solidFill>
              </a:rPr>
              <a:t>💬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71450" y="178308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1450" y="1988820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171450" y="2400300"/>
            <a:ext cx="1371600" cy="754380"/>
          </a:xfrm>
          <a:prstGeom prst="roundRect">
            <a:avLst>
              <a:gd name="adj" fmla="val 10909"/>
            </a:avLst>
          </a:prstGeom>
          <a:solidFill>
            <a:srgbClr val="1A1A3E"/>
          </a:solidFill>
          <a:ln w="19050">
            <a:solidFill>
              <a:srgbClr val="3A3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450" y="2468880"/>
            <a:ext cx="1371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FFFFFF"/>
                </a:solidFill>
              </a:rPr>
              <a:t>🧙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71450" y="274320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1450" y="2948940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2023110" y="1371600"/>
            <a:ext cx="1783080" cy="1851660"/>
          </a:xfrm>
          <a:prstGeom prst="roundRect">
            <a:avLst>
              <a:gd name="adj" fmla="val 5769"/>
            </a:avLst>
          </a:prstGeom>
          <a:solidFill>
            <a:srgbClr val="12123A"/>
          </a:solidFill>
          <a:ln w="12700">
            <a:solidFill>
              <a:srgbClr val="3A3A6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023110" y="1405890"/>
            <a:ext cx="178308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2125980" y="1714500"/>
            <a:ext cx="754380" cy="617220"/>
          </a:xfrm>
          <a:prstGeom prst="roundRect">
            <a:avLst>
              <a:gd name="adj" fmla="val 11111"/>
            </a:avLst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5980" y="1748790"/>
            <a:ext cx="754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FFFFFF"/>
                </a:solidFill>
              </a:rPr>
              <a:t>⚛️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125980" y="2057400"/>
            <a:ext cx="7543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948940" y="1714500"/>
            <a:ext cx="754380" cy="617220"/>
          </a:xfrm>
          <a:prstGeom prst="roundRect">
            <a:avLst>
              <a:gd name="adj" fmla="val 11111"/>
            </a:avLst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8940" y="1748790"/>
            <a:ext cx="754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FFFFFF"/>
                </a:solidFill>
              </a:rPr>
              <a:t>🔷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948940" y="2057400"/>
            <a:ext cx="7543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125980" y="2468880"/>
            <a:ext cx="754380" cy="617220"/>
          </a:xfrm>
          <a:prstGeom prst="roundRect">
            <a:avLst>
              <a:gd name="adj" fmla="val 11111"/>
            </a:avLst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25980" y="2503170"/>
            <a:ext cx="754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FFFFFF"/>
                </a:solidFill>
              </a:rPr>
              <a:t>⚡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125980" y="2811780"/>
            <a:ext cx="7543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948940" y="2468880"/>
            <a:ext cx="754380" cy="617220"/>
          </a:xfrm>
          <a:prstGeom prst="roundRect">
            <a:avLst>
              <a:gd name="adj" fmla="val 11111"/>
            </a:avLst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8940" y="2503170"/>
            <a:ext cx="7543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dirty="0">
                <a:solidFill>
                  <a:srgbClr val="FFFFFF"/>
                </a:solidFill>
              </a:rPr>
              <a:t>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948940" y="2811780"/>
            <a:ext cx="7543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217670" y="1783080"/>
            <a:ext cx="1645920" cy="1097280"/>
          </a:xfrm>
          <a:prstGeom prst="roundRect">
            <a:avLst>
              <a:gd name="adj" fmla="val 18750"/>
            </a:avLst>
          </a:prstGeom>
          <a:solidFill>
            <a:srgbClr val="1E3A2F"/>
          </a:solidFill>
          <a:ln w="25400">
            <a:solidFill>
              <a:srgbClr val="2D8B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17670" y="185166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🟢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217670" y="2160270"/>
            <a:ext cx="164592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17670" y="2366010"/>
            <a:ext cx="1645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AADD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PostgreSQL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275070" y="1371600"/>
            <a:ext cx="1371600" cy="788670"/>
          </a:xfrm>
          <a:prstGeom prst="roundRect">
            <a:avLst>
              <a:gd name="adj" fmla="val 10435"/>
            </a:avLst>
          </a:prstGeom>
          <a:solidFill>
            <a:srgbClr val="1A1A3E"/>
          </a:solidFill>
          <a:ln w="19050">
            <a:solidFill>
              <a:srgbClr val="3A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5070" y="1440180"/>
            <a:ext cx="1371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FFFFFF"/>
                </a:solidFill>
              </a:rPr>
              <a:t>✨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275070" y="171450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75070" y="1920240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Extraction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6275070" y="2331720"/>
            <a:ext cx="1371600" cy="788670"/>
          </a:xfrm>
          <a:prstGeom prst="roundRect">
            <a:avLst>
              <a:gd name="adj" fmla="val 10435"/>
            </a:avLst>
          </a:prstGeom>
          <a:solidFill>
            <a:srgbClr val="1A1A3E"/>
          </a:solidFill>
          <a:ln w="19050">
            <a:solidFill>
              <a:srgbClr val="3A3A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5070" y="2400300"/>
            <a:ext cx="13716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dirty="0">
                <a:solidFill>
                  <a:srgbClr val="FFFFFF"/>
                </a:solidFill>
              </a:rPr>
              <a:t>🤖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275070" y="2674620"/>
            <a:ext cx="13716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75070" y="2880360"/>
            <a:ext cx="1371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75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 v3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7989570" y="1303020"/>
            <a:ext cx="1028700" cy="1851660"/>
          </a:xfrm>
          <a:prstGeom prst="roundRect">
            <a:avLst>
              <a:gd name="adj" fmla="val 10000"/>
            </a:avLst>
          </a:prstGeom>
          <a:solidFill>
            <a:srgbClr val="12123A"/>
          </a:solidFill>
          <a:ln w="12700">
            <a:solidFill>
              <a:srgbClr val="3A3A6E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7989570" y="1371600"/>
            <a:ext cx="1028700" cy="240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75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Stores</a:t>
            </a:r>
            <a:endParaRPr lang="en-US" sz="975" dirty="0"/>
          </a:p>
        </p:txBody>
      </p:sp>
      <p:sp>
        <p:nvSpPr>
          <p:cNvPr id="40" name="Shape 38"/>
          <p:cNvSpPr/>
          <p:nvPr/>
        </p:nvSpPr>
        <p:spPr>
          <a:xfrm>
            <a:off x="8092440" y="1714500"/>
            <a:ext cx="822960" cy="377190"/>
          </a:xfrm>
          <a:prstGeom prst="roundRect">
            <a:avLst>
              <a:gd name="adj" fmla="val 14545"/>
            </a:avLst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92440" y="1714500"/>
            <a:ext cx="82296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Etsy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8092440" y="2194560"/>
            <a:ext cx="822960" cy="377190"/>
          </a:xfrm>
          <a:prstGeom prst="roundRect">
            <a:avLst>
              <a:gd name="adj" fmla="val 14545"/>
            </a:avLst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2194560"/>
            <a:ext cx="82296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Amazon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8092440" y="2674620"/>
            <a:ext cx="822960" cy="377190"/>
          </a:xfrm>
          <a:prstGeom prst="roundRect">
            <a:avLst>
              <a:gd name="adj" fmla="val 14545"/>
            </a:avLst>
          </a:prstGeom>
          <a:solidFill>
            <a:srgbClr val="1A1A3E"/>
          </a:solidFill>
          <a:ln w="12700">
            <a:solidFill>
              <a:srgbClr val="3A3A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92440" y="2674620"/>
            <a:ext cx="822960" cy="377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Specialty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3051810" y="3497580"/>
            <a:ext cx="3086100" cy="617220"/>
          </a:xfrm>
          <a:prstGeom prst="roundRect">
            <a:avLst>
              <a:gd name="adj" fmla="val 13333"/>
            </a:avLst>
          </a:prstGeom>
          <a:solidFill>
            <a:srgbClr val="1A1A3E"/>
          </a:solidFill>
          <a:ln w="19050">
            <a:solidFill>
              <a:srgbClr val="3A3A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51810" y="3497580"/>
            <a:ext cx="30861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🐘  PostgreSQL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051810" y="3771900"/>
            <a:ext cx="30861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quests / discoveries / quest_messages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543050" y="1817370"/>
            <a:ext cx="4800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543050" y="2777490"/>
            <a:ext cx="4800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3806190" y="2331720"/>
            <a:ext cx="4114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863590" y="1851660"/>
            <a:ext cx="41148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863590" y="2606040"/>
            <a:ext cx="411480" cy="13716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646670" y="2743200"/>
            <a:ext cx="3429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040630" y="2880360"/>
            <a:ext cx="0" cy="61722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4740DADC-9213-B6C7-5DAF-AD873440D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125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8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1371600" cy="548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4" name="Text 2"/>
          <p:cNvSpPr/>
          <p:nvPr/>
        </p:nvSpPr>
        <p:spPr>
          <a:xfrm>
            <a:off x="585893" y="1691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Saved Profiles — remember people you love (finally)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7685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Group Gifting — pool money, not ideas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04067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Gift Analytics — track what landed, what flopped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7863840" cy="54864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Gift-giving deserves better.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E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NoGiftCards — dont buy giftcards, you coward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352</Words>
  <Application>Microsoft Office PowerPoint</Application>
  <PresentationFormat>On-screen Show (16:9)</PresentationFormat>
  <Paragraphs>106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NoGiftCards - Hackathon Pitch</dc:title>
  <dc:subject>PptxGenJS Presentation</dc:subject>
  <dc:creator>NoGiftCards</dc:creator>
  <cp:lastModifiedBy>Nishant Sharma</cp:lastModifiedBy>
  <cp:revision>4</cp:revision>
  <dcterms:created xsi:type="dcterms:W3CDTF">2026-04-05T01:38:49Z</dcterms:created>
  <dcterms:modified xsi:type="dcterms:W3CDTF">2026-04-05T03:50:55Z</dcterms:modified>
</cp:coreProperties>
</file>